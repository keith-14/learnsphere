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et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8485" y="2007985"/>
            <a:ext cx="6271031" cy="6271031"/>
            <a:chOff x="0" y="0"/>
            <a:chExt cx="8361374" cy="836137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6687" r="0" b="16687"/>
            <a:stretch>
              <a:fillRect/>
            </a:stretch>
          </p:blipFill>
          <p:spPr>
            <a:xfrm flipH="false" flipV="false">
              <a:off x="0" y="0"/>
              <a:ext cx="8361374" cy="836137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649140" y="4104806"/>
            <a:ext cx="14989721" cy="246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7"/>
              </a:lnSpc>
            </a:pPr>
            <a:r>
              <a:rPr lang="en-US" sz="18783" spc="-939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LearnSphere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8485" y="1009650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BUSINESS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v1.0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-1979498" y="5016183"/>
            <a:ext cx="6271031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F8F6EF"/>
                </a:solidFill>
                <a:latin typeface="Garet"/>
                <a:ea typeface="Garet"/>
                <a:cs typeface="Garet"/>
                <a:sym typeface="Gare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6204115"/>
            <a:ext cx="8194291" cy="2614062"/>
            <a:chOff x="0" y="0"/>
            <a:chExt cx="10925721" cy="34854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10526"/>
              <a:ext cx="10925721" cy="1874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Presentations are communication tools that can be used as demonstrations, lectures, speeches, reports, and more. It is mostly presented before an audience. It serves a variety of purposes, making presentations powerful tools for convincing and teaching.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10925721" cy="1162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8"/>
                </a:lnSpc>
              </a:pPr>
              <a:r>
                <a:rPr lang="en-US" sz="6398" spc="-31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Mission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02227" y="2765490"/>
            <a:ext cx="8194291" cy="2612993"/>
            <a:chOff x="0" y="0"/>
            <a:chExt cx="10925721" cy="348399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608836"/>
              <a:ext cx="10925721" cy="1875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Presentations are communication tools that can be used as demonstrations, lectures, speeches, reports, and more. It is mostly presented before an audience. It serves a variety of purposes, making presentations powerful tools for convincing and teaching.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14300"/>
              <a:ext cx="10925721" cy="1408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8"/>
                </a:lnSpc>
              </a:pPr>
              <a:r>
                <a:rPr lang="en-US" sz="6398" spc="-31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58946" y="744220"/>
            <a:ext cx="921990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Coaching institutes have 200 students per batch. One teacher.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Zero real-time emotional visibility. That's not education — that's a lottery.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INSIGHTS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19054" y="1783351"/>
            <a:ext cx="10170382" cy="6175812"/>
            <a:chOff x="0" y="0"/>
            <a:chExt cx="13560509" cy="823441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909181"/>
              <a:ext cx="13560509" cy="5325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Performance isn't just about knowledge. It's about emotional state.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 student who is stressed during a mock test doesn't need harder questions.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They need confidence restored — right now, in real time.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 stu</a:t>
              </a: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dent texting your chatbot at 11 PM with "I don't get it" isn't just confused.</a:t>
              </a:r>
            </a:p>
            <a:p>
              <a:pPr algn="l" marL="482338" indent="-241169" lvl="1">
                <a:lnSpc>
                  <a:spcPts val="3574"/>
                </a:lnSpc>
                <a:buFont typeface="Arial"/>
                <a:buChar char="•"/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They m</a:t>
              </a: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ight be spiraling.</a:t>
              </a:r>
            </a:p>
            <a:p>
              <a:pPr algn="l">
                <a:lnSpc>
                  <a:spcPts val="3574"/>
                </a:lnSpc>
              </a:pPr>
              <a:r>
                <a:rPr lang="en-US" sz="2234" spc="4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No platform today reads both signals together. We do.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3560509" cy="2598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12"/>
                </a:lnSpc>
              </a:pPr>
              <a:r>
                <a:rPr lang="en-US" sz="3723" spc="-18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"What if your platform could tell — before the student even says a word — that they're about to give up?"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2765490"/>
            <a:ext cx="8194291" cy="5947410"/>
            <a:chOff x="0" y="0"/>
            <a:chExt cx="10925721" cy="79298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676525"/>
              <a:ext cx="10925721" cy="5253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LearnSphere — The Emotionally Intelligent Exam Prep Platform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Three AI Layers Working Simultaneously: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Computer Vision — Real-time face &amp; emotion detection via webcam during tests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Emotion-Aware LLM Chatbot — Powered by Groq, detects frustration in text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Teacher Intelligence Dashboard — Live student sentiment, dropout prediction, intervention tools</a:t>
              </a:r>
            </a:p>
            <a:p>
              <a:pPr algn="l" marL="388620" indent="-194310" lvl="1">
                <a:lnSpc>
                  <a:spcPts val="2880"/>
                </a:lnSpc>
                <a:buFont typeface="Arial"/>
                <a:buChar char="•"/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</a:t>
              </a: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ne platform. Two interfaces. Zero blind spots.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"We built an AI-powered exam prep platform that doesn't just teach — it watches, listens, adapts, and alerts. Think of it as a teacher who never blinks."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235208" y="3400408"/>
            <a:ext cx="9696450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STUDENT JOURNEY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8343831"/>
            <a:chOff x="0" y="0"/>
            <a:chExt cx="10925721" cy="11125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423953"/>
              <a:ext cx="10925721" cy="6701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Inside the Student Experience — Testing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Student logs in → Lands on personalized dashboard (calendar, task list, mock schedule pulled from Firebase by exam domain: UPSC / JEE / NEET)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Webcam activates → CV model begins live emotion detection in background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Two Paths Fork in Real Time: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Original TestMock Practice TestStandard scoringAdaptive logic ONBenchmarks true performanceIf stress/confusion detected → question difficulty auto-reducesNo CV interventionGoal: Restore confidence, not just score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Every emotion state → Logged to Firebase → Pushed to Teacher Dashboard instantly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4222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"We built an AI-powered exam prep platform that doesn't just tea"Imagine a test that gets easier the moment it senses you panicking — not to cheat you, but to rebuild you."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ch — it watches, listens, adapts, and alerts. Think of it as a teacher who never blinks."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2582746" y="2747946"/>
            <a:ext cx="10039350" cy="503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EMOTION-AWARE CHATBOT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6719254"/>
            <a:chOff x="0" y="0"/>
            <a:chExt cx="10925721" cy="89590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257850"/>
              <a:ext cx="10925721" cy="6701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Groq LLM Chatbot — It Reads Between the Lines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Student opens chat → Types any study question → LLM analyzes text + historical chat patterns for emotional state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Two Response Modes: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Academic Mode (Confident / Neutrally Confused)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Answers the question clearly. Business as usual.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Emotional Intervention Mode (Stress / Frustration Detected)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Tone shifts. Bot redirects to the Wellness Section: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Wheel of QnA — Reflective questions on study strategy &amp; progress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Curated podcast &amp; movie recommendations for productive downtime</a:t>
              </a:r>
            </a:p>
            <a:p>
              <a:pPr algn="l">
                <a:lnSpc>
                  <a:spcPts val="2880"/>
                </a:lnSpc>
              </a:pP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Everything logged → Teacher sees it live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08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"Your chatbot shouldn't just answer questions. It should know when to stop answering and start listening."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1E1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3554982" y="3554982"/>
            <a:ext cx="10500894" cy="339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296" spc="-6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TEACHER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13996500" y="5016216"/>
            <a:ext cx="6271031" cy="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3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2227" y="1045845"/>
            <a:ext cx="8194291" cy="6166804"/>
            <a:chOff x="0" y="0"/>
            <a:chExt cx="10925721" cy="82224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969050"/>
              <a:ext cx="10925721" cy="5253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Teacher Intelligence Dashboard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Home Tab — Live KPIs at a Glance: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KPIWhat It Shows👥 Total StudentsEnrollment overview💚 Avg Student SentimentMode of sentiment across CV + Chat + Polls📷 Avg CV FeedbackAggregated emotional state during all tests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Below the KPIs — The Dropout Heatmap: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GitHub contribution-style grid of every student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Color coded: 🟢 Safe → 🟡 At Risk → 🔴 High Dropout Likelihood</a:t>
              </a:r>
            </a:p>
            <a:p>
              <a:pPr algn="l">
                <a:lnSpc>
                  <a:spcPts val="2880"/>
                </a:lnSpc>
              </a:pPr>
              <a:r>
                <a:rPr lang="en-US" sz="1800" spc="36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→ Hover over any cell → Student name + dropout risk score appears instantly</a:t>
              </a:r>
            </a:p>
            <a:p>
              <a:pPr algn="l">
                <a:lnSpc>
                  <a:spcPts val="28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0925721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-15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"Right now, a teacher's only signal that a student is struggling is when they stop showing up. We give teachers a dashboard that predicts it 3 weeks earlier."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DAHB2m8ovxE</dc:identifier>
  <dcterms:modified xsi:type="dcterms:W3CDTF">2011-08-01T06:04:30Z</dcterms:modified>
  <cp:revision>1</cp:revision>
  <dc:title>Black and Red Clean Minimal Professional Startup Pitch Deck Presentation</dc:title>
</cp:coreProperties>
</file>